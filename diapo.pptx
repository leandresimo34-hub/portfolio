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6" r:id="rId9"/>
    <p:sldId id="267" r:id="rId10"/>
  </p:sldIdLst>
  <p:sldSz cx="14630400" cy="8229600"/>
  <p:notesSz cx="8229600" cy="14630400"/>
  <p:embeddedFontLst>
    <p:embeddedFont>
      <p:font typeface="Merriweather" panose="00000500000000000000" pitchFamily="2" charset="0"/>
      <p:regular r:id="rId12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5976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11" Type="http://schemas.openxmlformats.org/officeDocument/2006/relationships/image" Target="../media/image41.svg"/><Relationship Id="rId5" Type="http://schemas.openxmlformats.org/officeDocument/2006/relationships/image" Target="../media/image37.svg"/><Relationship Id="rId10" Type="http://schemas.openxmlformats.org/officeDocument/2006/relationships/image" Target="../media/image40.png"/><Relationship Id="rId4" Type="http://schemas.openxmlformats.org/officeDocument/2006/relationships/image" Target="../media/image36.png"/><Relationship Id="rId9" Type="http://schemas.openxmlformats.org/officeDocument/2006/relationships/image" Target="../media/image3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2.pn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9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863798" y="3917394"/>
            <a:ext cx="129028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029414"/>
            <a:ext cx="7416403" cy="4613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0"/>
              </a:lnSpc>
              <a:buNone/>
            </a:pPr>
            <a:r>
              <a:rPr lang="en-US" sz="72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Botnets: The Hidden Army of the Internet</a:t>
            </a:r>
            <a:endParaRPr lang="en-US" sz="7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7F3B0-6332-949F-B11C-DCA69486D74A}"/>
              </a:ext>
            </a:extLst>
          </p:cNvPr>
          <p:cNvSpPr txBox="1"/>
          <p:nvPr/>
        </p:nvSpPr>
        <p:spPr>
          <a:xfrm flipH="1">
            <a:off x="6350195" y="7401741"/>
            <a:ext cx="6975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  <a:latin typeface="+mj-lt"/>
              </a:rPr>
              <a:t>Rayen Khaskhoussi  &amp;  Léandre Simo 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  <a:latin typeface="+mj-lt"/>
              </a:rPr>
              <a:t>IUT de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béziers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523762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is a Botnet?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906957" y="2708314"/>
            <a:ext cx="3584734" cy="1896904"/>
          </a:xfrm>
          <a:prstGeom prst="roundRect">
            <a:avLst>
              <a:gd name="adj" fmla="val 5465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" name="Shape 2"/>
          <p:cNvSpPr/>
          <p:nvPr/>
        </p:nvSpPr>
        <p:spPr>
          <a:xfrm>
            <a:off x="2330187" y="2927271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3784" y="3130868"/>
            <a:ext cx="333137" cy="3331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16566" y="3914537"/>
            <a:ext cx="2694674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"Bot" Army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4695288" y="2708314"/>
            <a:ext cx="3584853" cy="1896904"/>
          </a:xfrm>
          <a:prstGeom prst="roundRect">
            <a:avLst>
              <a:gd name="adj" fmla="val 5465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Shape 5"/>
          <p:cNvSpPr/>
          <p:nvPr/>
        </p:nvSpPr>
        <p:spPr>
          <a:xfrm>
            <a:off x="6117550" y="2927271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21206" y="3145668"/>
            <a:ext cx="333137" cy="33313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29561" y="3914537"/>
            <a:ext cx="2888584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Central Command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863798" y="4808934"/>
            <a:ext cx="7416403" cy="1896904"/>
          </a:xfrm>
          <a:prstGeom prst="roundRect">
            <a:avLst>
              <a:gd name="adj" fmla="val 5465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8"/>
          <p:cNvSpPr/>
          <p:nvPr/>
        </p:nvSpPr>
        <p:spPr>
          <a:xfrm>
            <a:off x="4211241" y="5018483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14838" y="5222080"/>
            <a:ext cx="333137" cy="33313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401122" y="6058257"/>
            <a:ext cx="2531328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Malicious Tasks</a:t>
            </a:r>
            <a:endParaRPr lang="en-US" sz="24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1C1C1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1C1C1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378A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378A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378A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09D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09D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09D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5" grpId="0" uiExpand="1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7" y="1338857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How Botnets Work and Spread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6350198" y="3667958"/>
            <a:ext cx="3584734" cy="1279803"/>
          </a:xfrm>
          <a:prstGeom prst="roundRect">
            <a:avLst>
              <a:gd name="adj" fmla="val 11432"/>
            </a:avLst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6350198" y="3637478"/>
            <a:ext cx="3584734" cy="121920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7772340" y="3297793"/>
            <a:ext cx="740450" cy="740450"/>
          </a:xfrm>
          <a:prstGeom prst="roundRect">
            <a:avLst>
              <a:gd name="adj" fmla="val 123492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4511" y="3519964"/>
            <a:ext cx="296108" cy="2961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3620" y="4284940"/>
            <a:ext cx="1393902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Infection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10181749" y="3667958"/>
            <a:ext cx="3584853" cy="1279803"/>
          </a:xfrm>
          <a:prstGeom prst="roundRect">
            <a:avLst>
              <a:gd name="adj" fmla="val 11432"/>
            </a:avLst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0" name="Shape 6"/>
          <p:cNvSpPr/>
          <p:nvPr/>
        </p:nvSpPr>
        <p:spPr>
          <a:xfrm>
            <a:off x="10181749" y="3637478"/>
            <a:ext cx="3584853" cy="121920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11603891" y="3297793"/>
            <a:ext cx="740450" cy="740450"/>
          </a:xfrm>
          <a:prstGeom prst="roundRect">
            <a:avLst>
              <a:gd name="adj" fmla="val 123492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826061" y="3519964"/>
            <a:ext cx="296108" cy="2961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078354" y="4284940"/>
            <a:ext cx="1879363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Connection</a:t>
            </a:r>
            <a:endParaRPr lang="en-US" sz="2400" dirty="0"/>
          </a:p>
        </p:txBody>
      </p:sp>
      <p:sp>
        <p:nvSpPr>
          <p:cNvPr id="14" name="Shape 9"/>
          <p:cNvSpPr/>
          <p:nvPr/>
        </p:nvSpPr>
        <p:spPr>
          <a:xfrm>
            <a:off x="6350198" y="5564743"/>
            <a:ext cx="7416403" cy="1279803"/>
          </a:xfrm>
          <a:prstGeom prst="roundRect">
            <a:avLst>
              <a:gd name="adj" fmla="val 11432"/>
            </a:avLst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0"/>
          <p:cNvSpPr/>
          <p:nvPr/>
        </p:nvSpPr>
        <p:spPr>
          <a:xfrm>
            <a:off x="6350198" y="5534263"/>
            <a:ext cx="7416403" cy="121920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9688175" y="5194578"/>
            <a:ext cx="740450" cy="740450"/>
          </a:xfrm>
          <a:prstGeom prst="roundRect">
            <a:avLst>
              <a:gd name="adj" fmla="val 123492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10346" y="5416748"/>
            <a:ext cx="296108" cy="2961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311268" y="6181725"/>
            <a:ext cx="159462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Execution</a:t>
            </a:r>
            <a:endParaRPr lang="en-US" sz="24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1C1C1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1C1C1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1C1C1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1C1C1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1C1C1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1C1C1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09D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09D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09D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09D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61217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6121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5" grpId="0" animBg="1"/>
      <p:bldP spid="16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801058"/>
            <a:ext cx="9868614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Real-World Impacts: The Damage</a:t>
            </a:r>
            <a:endParaRPr lang="en-US" sz="4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798" y="3065978"/>
            <a:ext cx="740450" cy="740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411491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DDoS Attacks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9386" y="3065978"/>
            <a:ext cx="740450" cy="740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69386" y="411491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Spam &amp; Phishing</a:t>
            </a:r>
            <a:endParaRPr lang="en-US" sz="2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3798" y="4994077"/>
            <a:ext cx="740450" cy="740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3798" y="604301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Cryptojacking</a:t>
            </a:r>
            <a:endParaRPr lang="en-US" sz="2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69386" y="4994077"/>
            <a:ext cx="740450" cy="740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469386" y="604301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Theft</a:t>
            </a:r>
            <a:endParaRPr lang="en-US" sz="24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663" y="572453"/>
            <a:ext cx="9292947" cy="650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Attackers' Levers: Vulnerabilities</a:t>
            </a:r>
            <a:endParaRPr lang="en-US" sz="4050" dirty="0"/>
          </a:p>
        </p:txBody>
      </p:sp>
      <p:sp>
        <p:nvSpPr>
          <p:cNvPr id="5" name="Shape 2"/>
          <p:cNvSpPr/>
          <p:nvPr/>
        </p:nvSpPr>
        <p:spPr>
          <a:xfrm>
            <a:off x="7315200" y="2960997"/>
            <a:ext cx="91440" cy="787241"/>
          </a:xfrm>
          <a:prstGeom prst="roundRect">
            <a:avLst>
              <a:gd name="adj" fmla="val 95626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7637622" y="3191978"/>
            <a:ext cx="2602349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Human Mistakes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315200" y="3956359"/>
            <a:ext cx="91440" cy="787241"/>
          </a:xfrm>
          <a:prstGeom prst="roundRect">
            <a:avLst>
              <a:gd name="adj" fmla="val 95626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7637622" y="4187340"/>
            <a:ext cx="2602349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Outdated Software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315200" y="4951722"/>
            <a:ext cx="91440" cy="787241"/>
          </a:xfrm>
          <a:prstGeom prst="roundRect">
            <a:avLst>
              <a:gd name="adj" fmla="val 95626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7637622" y="5182703"/>
            <a:ext cx="2602349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Weak Passwords</a:t>
            </a:r>
            <a:endParaRPr lang="en-US" sz="20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961271F-FD16-7E1C-0813-9FC4528BC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59" y="1416206"/>
            <a:ext cx="6622559" cy="6389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09D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09D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78305"/>
            <a:ext cx="1085838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Protection: Tools and Good Practices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3798" y="2943225"/>
            <a:ext cx="6327934" cy="1680567"/>
          </a:xfrm>
          <a:prstGeom prst="roundRect">
            <a:avLst>
              <a:gd name="adj" fmla="val 6169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Shape 2"/>
          <p:cNvSpPr/>
          <p:nvPr/>
        </p:nvSpPr>
        <p:spPr>
          <a:xfrm>
            <a:off x="894278" y="2973705"/>
            <a:ext cx="6266974" cy="740450"/>
          </a:xfrm>
          <a:prstGeom prst="roundRect">
            <a:avLst>
              <a:gd name="adj" fmla="val 9061"/>
            </a:avLst>
          </a:prstGeom>
          <a:solidFill>
            <a:srgbClr val="003180"/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2623" y="3151227"/>
            <a:ext cx="370165" cy="370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85072" y="396097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Antivirus/Firewall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438549" y="2943225"/>
            <a:ext cx="6328053" cy="1680567"/>
          </a:xfrm>
          <a:prstGeom prst="roundRect">
            <a:avLst>
              <a:gd name="adj" fmla="val 6169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7469029" y="2973705"/>
            <a:ext cx="6267093" cy="740450"/>
          </a:xfrm>
          <a:prstGeom prst="roundRect">
            <a:avLst>
              <a:gd name="adj" fmla="val 9061"/>
            </a:avLst>
          </a:prstGeom>
          <a:solidFill>
            <a:srgbClr val="003180"/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7493" y="3151227"/>
            <a:ext cx="370165" cy="3701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59823" y="396097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Patch Regularly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863798" y="4870609"/>
            <a:ext cx="6327934" cy="1680567"/>
          </a:xfrm>
          <a:prstGeom prst="roundRect">
            <a:avLst>
              <a:gd name="adj" fmla="val 6169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894278" y="4901089"/>
            <a:ext cx="6266974" cy="740450"/>
          </a:xfrm>
          <a:prstGeom prst="roundRect">
            <a:avLst>
              <a:gd name="adj" fmla="val 9061"/>
            </a:avLst>
          </a:prstGeom>
          <a:solidFill>
            <a:srgbClr val="00318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2623" y="5078611"/>
            <a:ext cx="370165" cy="3701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85072" y="588835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Strong Passwords</a:t>
            </a:r>
            <a:endParaRPr lang="en-US" sz="2400" dirty="0"/>
          </a:p>
        </p:txBody>
      </p:sp>
      <p:sp>
        <p:nvSpPr>
          <p:cNvPr id="15" name="Shape 10"/>
          <p:cNvSpPr/>
          <p:nvPr/>
        </p:nvSpPr>
        <p:spPr>
          <a:xfrm>
            <a:off x="7438549" y="4870609"/>
            <a:ext cx="6328053" cy="1680567"/>
          </a:xfrm>
          <a:prstGeom prst="roundRect">
            <a:avLst>
              <a:gd name="adj" fmla="val 6169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7469029" y="4901089"/>
            <a:ext cx="6267093" cy="740450"/>
          </a:xfrm>
          <a:prstGeom prst="roundRect">
            <a:avLst>
              <a:gd name="adj" fmla="val 9061"/>
            </a:avLst>
          </a:prstGeom>
          <a:solidFill>
            <a:srgbClr val="003180"/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17493" y="5078611"/>
            <a:ext cx="370165" cy="3701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59823" y="588835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 Skeptical</a:t>
            </a:r>
            <a:endParaRPr lang="en-US" sz="24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1C1C1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1C1C1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1C1C1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378A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378A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378A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378A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61217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61217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61217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6121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8" grpId="0" animBg="1"/>
      <p:bldP spid="1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30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6168" y="609838"/>
            <a:ext cx="5544741" cy="693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If You're Infected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76168" y="1635562"/>
            <a:ext cx="887135" cy="1330643"/>
          </a:xfrm>
          <a:prstGeom prst="roundRect">
            <a:avLst>
              <a:gd name="adj" fmla="val 360015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3346" y="2134553"/>
            <a:ext cx="332661" cy="33266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84998" y="2134553"/>
            <a:ext cx="2772370" cy="41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Isolate Network</a:t>
            </a:r>
            <a:endParaRPr lang="en-US" sz="2150" dirty="0"/>
          </a:p>
        </p:txBody>
      </p:sp>
      <p:sp>
        <p:nvSpPr>
          <p:cNvPr id="7" name="Shape 3"/>
          <p:cNvSpPr/>
          <p:nvPr/>
        </p:nvSpPr>
        <p:spPr>
          <a:xfrm>
            <a:off x="776168" y="3187898"/>
            <a:ext cx="887135" cy="1330643"/>
          </a:xfrm>
          <a:prstGeom prst="roundRect">
            <a:avLst>
              <a:gd name="adj" fmla="val 360015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3346" y="3686889"/>
            <a:ext cx="332661" cy="33266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84998" y="3686889"/>
            <a:ext cx="2772370" cy="427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Scan System</a:t>
            </a:r>
            <a:endParaRPr lang="en-US" sz="2150" dirty="0"/>
          </a:p>
        </p:txBody>
      </p:sp>
      <p:sp>
        <p:nvSpPr>
          <p:cNvPr id="10" name="Shape 5"/>
          <p:cNvSpPr/>
          <p:nvPr/>
        </p:nvSpPr>
        <p:spPr>
          <a:xfrm>
            <a:off x="776168" y="4740235"/>
            <a:ext cx="887135" cy="1330643"/>
          </a:xfrm>
          <a:prstGeom prst="roundRect">
            <a:avLst>
              <a:gd name="adj" fmla="val 360015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3346" y="5239226"/>
            <a:ext cx="332661" cy="33266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84998" y="5225296"/>
            <a:ext cx="2772370" cy="346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Secure Accounts</a:t>
            </a:r>
            <a:endParaRPr lang="en-US" sz="2150" dirty="0"/>
          </a:p>
        </p:txBody>
      </p:sp>
      <p:sp>
        <p:nvSpPr>
          <p:cNvPr id="13" name="Shape 7"/>
          <p:cNvSpPr/>
          <p:nvPr/>
        </p:nvSpPr>
        <p:spPr>
          <a:xfrm>
            <a:off x="776168" y="6289119"/>
            <a:ext cx="887135" cy="1330643"/>
          </a:xfrm>
          <a:prstGeom prst="roundRect">
            <a:avLst>
              <a:gd name="adj" fmla="val 360015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3346" y="6791563"/>
            <a:ext cx="332661" cy="33266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884998" y="6791563"/>
            <a:ext cx="2772370" cy="332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Restore Data</a:t>
            </a:r>
            <a:endParaRPr lang="en-US" sz="215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1C1C1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1C1C1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1C1C1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378A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378A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378A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378A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5" grpId="0" animBg="1"/>
      <p:bldP spid="15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698302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 / Stay Safe Online</a:t>
            </a:r>
            <a:endParaRPr lang="en-US" sz="4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798" y="2611041"/>
            <a:ext cx="616982" cy="6169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3798" y="3536513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Strong Passwords</a:t>
            </a:r>
            <a:endParaRPr lang="en-US" sz="2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798" y="4415671"/>
            <a:ext cx="616982" cy="61698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63798" y="5341144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Enable 2FA</a:t>
            </a:r>
            <a:endParaRPr lang="en-US" sz="2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3798" y="6220301"/>
            <a:ext cx="616982" cy="61698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63798" y="7145774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Spot Phishing</a:t>
            </a:r>
            <a:endParaRPr lang="en-US" sz="24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09D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09D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09D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7" grpId="1" animBg="1"/>
      <p:bldP spid="9" grpId="0" animBg="1"/>
      <p:bldP spid="9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1362</TotalTime>
  <Words>109</Words>
  <Application>Microsoft Office PowerPoint</Application>
  <PresentationFormat>Custom</PresentationFormat>
  <Paragraphs>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Merriweather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ryn</cp:lastModifiedBy>
  <cp:revision>9</cp:revision>
  <dcterms:created xsi:type="dcterms:W3CDTF">2025-11-08T15:42:23Z</dcterms:created>
  <dcterms:modified xsi:type="dcterms:W3CDTF">2025-11-17T10:54:48Z</dcterms:modified>
</cp:coreProperties>
</file>